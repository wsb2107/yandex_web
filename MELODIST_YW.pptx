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927911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82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56334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2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14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34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83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306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396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94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46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D8C2E81-E675-4BCD-B33A-88EE69DE5E7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D8B16A3-C079-48C0-83A3-D38194BDB66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893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DC145-C030-4C0D-832C-2D56E2DFB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105" y="82397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8800" b="1" dirty="0"/>
              <a:t>Melodist</a:t>
            </a:r>
            <a:endParaRPr lang="ru-RU" sz="88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2C3876-C416-4E9F-A851-28DA4785C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3802" y="3646427"/>
            <a:ext cx="4033422" cy="1655762"/>
          </a:xfrm>
        </p:spPr>
        <p:txBody>
          <a:bodyPr/>
          <a:lstStyle/>
          <a:p>
            <a:pPr algn="l"/>
            <a:r>
              <a:rPr lang="ru-RU" dirty="0"/>
              <a:t>Оганян Тигран</a:t>
            </a:r>
            <a:r>
              <a:rPr lang="en-US" dirty="0"/>
              <a:t> </a:t>
            </a:r>
          </a:p>
          <a:p>
            <a:pPr algn="l"/>
            <a:r>
              <a:rPr lang="ru-RU" dirty="0"/>
              <a:t>Анна </a:t>
            </a:r>
            <a:r>
              <a:rPr lang="ru-RU" dirty="0" err="1"/>
              <a:t>Гордецкая</a:t>
            </a:r>
            <a:endParaRPr lang="en-US" dirty="0"/>
          </a:p>
          <a:p>
            <a:pPr algn="l"/>
            <a:r>
              <a:rPr lang="ru-RU" dirty="0"/>
              <a:t>Даниил Слюсарь</a:t>
            </a:r>
          </a:p>
        </p:txBody>
      </p:sp>
    </p:spTree>
    <p:extLst>
      <p:ext uri="{BB962C8B-B14F-4D97-AF65-F5344CB8AC3E}">
        <p14:creationId xmlns:p14="http://schemas.microsoft.com/office/powerpoint/2010/main" val="328674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8E13-C018-4D9D-9FA7-D149959F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61513"/>
            <a:ext cx="9601200" cy="1485900"/>
          </a:xfrm>
        </p:spPr>
        <p:txBody>
          <a:bodyPr>
            <a:normAutofit/>
          </a:bodyPr>
          <a:lstStyle/>
          <a:p>
            <a:r>
              <a:rPr lang="en-US" b="1" dirty="0"/>
              <a:t>Melodist</a:t>
            </a:r>
            <a:r>
              <a:rPr lang="ru-RU" b="1" dirty="0"/>
              <a:t> </a:t>
            </a:r>
            <a:r>
              <a:rPr lang="ru-RU" dirty="0"/>
              <a:t>– место, в котором вы найдете для себя что-то новое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A723F77-D07C-4606-A636-4E6BFF837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47413"/>
            <a:ext cx="9601200" cy="36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68933-B265-4BEE-9C4F-0780415E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544" y="614779"/>
            <a:ext cx="9601200" cy="1485900"/>
          </a:xfrm>
        </p:spPr>
        <p:txBody>
          <a:bodyPr>
            <a:normAutofit/>
          </a:bodyPr>
          <a:lstStyle/>
          <a:p>
            <a:r>
              <a:rPr lang="ru-RU" sz="2800" dirty="0"/>
              <a:t>При заходе на сайт обязательно зарегистрироваться и указать свои музыкальные предпочтения</a:t>
            </a:r>
            <a:br>
              <a:rPr lang="ru-RU" sz="2800" dirty="0"/>
            </a:br>
            <a:r>
              <a:rPr lang="ru-RU" sz="2800" dirty="0"/>
              <a:t>После можно будет пользоваться функционалом сайта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1AC80E7-BCAF-439A-8B8D-5279328B2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544" y="2299612"/>
            <a:ext cx="10192550" cy="30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4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EB39E-482E-47E4-B131-722AE017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58" y="3357978"/>
            <a:ext cx="10422064" cy="3664259"/>
          </a:xfrm>
        </p:spPr>
        <p:txBody>
          <a:bodyPr>
            <a:normAutofit/>
          </a:bodyPr>
          <a:lstStyle/>
          <a:p>
            <a:r>
              <a:rPr lang="ru-RU" sz="2800" dirty="0"/>
              <a:t>● Подборка новой музыки </a:t>
            </a:r>
            <a:br>
              <a:rPr lang="ru-RU" sz="2800" dirty="0"/>
            </a:br>
            <a:r>
              <a:rPr lang="ru-RU" sz="2800" dirty="0"/>
              <a:t>● Создание плейлистов, открытых и приватных</a:t>
            </a:r>
            <a:br>
              <a:rPr lang="ru-RU" sz="2800" dirty="0"/>
            </a:br>
            <a:r>
              <a:rPr lang="ru-RU" sz="2800" dirty="0"/>
              <a:t>● Поиск других пользователей и добавление их в друзья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B0D42C3-BDB4-47F0-8668-CBC3BF401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457" y="843381"/>
            <a:ext cx="10422065" cy="20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0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2A080-7D3A-496B-AADD-AC8A498B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63858"/>
            <a:ext cx="9601200" cy="1485900"/>
          </a:xfrm>
        </p:spPr>
        <p:txBody>
          <a:bodyPr/>
          <a:lstStyle/>
          <a:p>
            <a:r>
              <a:rPr lang="ru-RU" dirty="0"/>
              <a:t>Схема приложения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6411FA-8D76-4923-BD57-21E0065CA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3956" y="1600592"/>
            <a:ext cx="5476487" cy="457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6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8878C-736F-4C70-BD3B-8F370775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875" y="685800"/>
            <a:ext cx="9601200" cy="1485900"/>
          </a:xfrm>
        </p:spPr>
        <p:txBody>
          <a:bodyPr/>
          <a:lstStyle/>
          <a:p>
            <a:r>
              <a:rPr lang="ru-RU" dirty="0"/>
              <a:t>База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9F69126-6907-46F0-B5FE-596D819F3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874" y="1811045"/>
            <a:ext cx="9236047" cy="41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7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249F5B-2654-4046-80B7-C5401508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при разработке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051CA6-2062-4791-8CC1-9AD66B36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19922"/>
            <a:ext cx="9601200" cy="4589756"/>
          </a:xfrm>
        </p:spPr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Flask – </a:t>
            </a:r>
            <a:r>
              <a:rPr lang="ru-RU" dirty="0"/>
              <a:t>фреймворк, на котором сделано приложение</a:t>
            </a:r>
          </a:p>
          <a:p>
            <a:pPr marL="457200" indent="-457200">
              <a:buFont typeface="+mj-lt"/>
              <a:buAutoNum type="arabicParenR"/>
            </a:pPr>
            <a:r>
              <a:rPr lang="ru-RU" b="1" dirty="0" err="1"/>
              <a:t>Werkzeug</a:t>
            </a:r>
            <a:r>
              <a:rPr lang="ru-RU" b="1" dirty="0"/>
              <a:t> - </a:t>
            </a:r>
            <a:r>
              <a:rPr lang="ru-RU" dirty="0"/>
              <a:t> WSGI-библиотека, которая используется </a:t>
            </a:r>
            <a:r>
              <a:rPr lang="ru-RU" dirty="0" err="1"/>
              <a:t>Flask</a:t>
            </a:r>
            <a:r>
              <a:rPr lang="ru-RU" dirty="0"/>
              <a:t> для обработки HTTP-запросов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U</a:t>
            </a:r>
            <a:r>
              <a:rPr lang="ru-RU" b="1" dirty="0"/>
              <a:t>rllib3 - </a:t>
            </a:r>
            <a:r>
              <a:rPr lang="ru-RU" dirty="0"/>
              <a:t>Библиотека для выполнения HTTP-запросов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iTunes</a:t>
            </a:r>
            <a:r>
              <a:rPr lang="ru-RU" dirty="0"/>
              <a:t> – медиаплеер, с которого берется информация для музыки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 err="1"/>
              <a:t>css</a:t>
            </a:r>
            <a:r>
              <a:rPr lang="en-US" dirty="0"/>
              <a:t> – </a:t>
            </a:r>
            <a:r>
              <a:rPr lang="ru-RU" dirty="0"/>
              <a:t>оформление приложения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API: </a:t>
            </a:r>
            <a:r>
              <a:rPr lang="en-US" b="1" dirty="0" err="1"/>
              <a:t>LMstudio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 </a:t>
            </a:r>
            <a:r>
              <a:rPr lang="en-US" dirty="0"/>
              <a:t>API </a:t>
            </a:r>
            <a:r>
              <a:rPr lang="ru-RU" dirty="0"/>
              <a:t>локальной нейросети, способная обрабатывать запросы приложения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SQLite – </a:t>
            </a:r>
            <a:r>
              <a:rPr lang="ru-RU" dirty="0"/>
              <a:t>работа с базой данных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JavaScript</a:t>
            </a:r>
            <a:r>
              <a:rPr lang="ru-RU" b="1" dirty="0"/>
              <a:t> – </a:t>
            </a:r>
            <a:r>
              <a:rPr lang="ru-RU" dirty="0"/>
              <a:t>вспомогательная часть для темной</a:t>
            </a:r>
            <a:r>
              <a:rPr lang="en-US" dirty="0"/>
              <a:t>/</a:t>
            </a:r>
            <a:r>
              <a:rPr lang="ru-RU" dirty="0"/>
              <a:t>светлой темы</a:t>
            </a:r>
            <a:endParaRPr lang="en-US" b="1" dirty="0"/>
          </a:p>
          <a:p>
            <a:pPr marL="457200" indent="-457200">
              <a:buFont typeface="+mj-lt"/>
              <a:buAutoNum type="arabicParenR"/>
            </a:pPr>
            <a:endParaRPr lang="en-US" b="1" dirty="0"/>
          </a:p>
          <a:p>
            <a:pPr marL="457200" indent="-457200">
              <a:buFont typeface="+mj-lt"/>
              <a:buAutoNum type="arabicParenR"/>
            </a:pPr>
            <a:endParaRPr lang="ru-RU" dirty="0"/>
          </a:p>
          <a:p>
            <a:pPr marL="457200" indent="-457200">
              <a:buFont typeface="+mj-lt"/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2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9A849-FD1B-47A1-85B2-8373716F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885285" cy="1485900"/>
          </a:xfrm>
        </p:spPr>
        <p:txBody>
          <a:bodyPr>
            <a:normAutofit/>
          </a:bodyPr>
          <a:lstStyle/>
          <a:p>
            <a:r>
              <a:rPr lang="ru-RU" sz="4000" dirty="0"/>
              <a:t>Варианты улучшения</a:t>
            </a:r>
            <a:r>
              <a:rPr lang="en-US" sz="4000" dirty="0"/>
              <a:t>/</a:t>
            </a:r>
            <a:r>
              <a:rPr lang="ru-RU" sz="4000" dirty="0"/>
              <a:t>развития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45358-3CA5-45EC-AF7C-11A62AA63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ru-RU" dirty="0"/>
              <a:t>Улучшение работы с нейросетью (</a:t>
            </a:r>
            <a:r>
              <a:rPr lang="ru-RU" dirty="0" err="1"/>
              <a:t>промпт</a:t>
            </a:r>
            <a:r>
              <a:rPr lang="ru-RU" dirty="0"/>
              <a:t>, постоянное подключение)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Гибкость в создании рекомендаций(выбирать жанры)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Возможность прослушать музыкальную композицию</a:t>
            </a:r>
          </a:p>
          <a:p>
            <a:pPr marL="457200" indent="-457200">
              <a:buFont typeface="+mj-lt"/>
              <a:buAutoNum type="arabicParenR"/>
            </a:pPr>
            <a:r>
              <a:rPr lang="ru-RU" dirty="0"/>
              <a:t>Возможность подключаться к стриминговым платформам(</a:t>
            </a:r>
            <a:r>
              <a:rPr lang="en-US" dirty="0"/>
              <a:t>Spotify</a:t>
            </a:r>
            <a:r>
              <a:rPr lang="ru-RU" dirty="0"/>
              <a:t>, Яндекс Музыка, </a:t>
            </a:r>
            <a:r>
              <a:rPr lang="en-US" dirty="0"/>
              <a:t>Apple Music</a:t>
            </a:r>
            <a:r>
              <a:rPr lang="ru-RU" dirty="0"/>
              <a:t>, </a:t>
            </a:r>
            <a:r>
              <a:rPr lang="ru-RU" dirty="0" err="1"/>
              <a:t>SoundCloud</a:t>
            </a:r>
            <a:r>
              <a:rPr lang="en-US"/>
              <a:t>)</a:t>
            </a:r>
            <a:endParaRPr lang="ru-RU" dirty="0"/>
          </a:p>
          <a:p>
            <a:pPr marL="457200" indent="-457200">
              <a:buFont typeface="+mj-lt"/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4356685"/>
      </p:ext>
    </p:extLst>
  </p:cSld>
  <p:clrMapOvr>
    <a:masterClrMapping/>
  </p:clrMapOvr>
</p:sld>
</file>

<file path=ppt/theme/theme1.xml><?xml version="1.0" encoding="utf-8"?>
<a:theme xmlns:a="http://schemas.openxmlformats.org/drawingml/2006/main" name="Обрезка">
  <a:themeElements>
    <a:clrScheme name="Обрезк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Обрезк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Обрезк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248</TotalTime>
  <Words>150</Words>
  <Application>Microsoft Office PowerPoint</Application>
  <PresentationFormat>Широкоэкранный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Franklin Gothic Book</vt:lpstr>
      <vt:lpstr>Обрезка</vt:lpstr>
      <vt:lpstr>Melodist</vt:lpstr>
      <vt:lpstr>Melodist – место, в котором вы найдете для себя что-то новое </vt:lpstr>
      <vt:lpstr>При заходе на сайт обязательно зарегистрироваться и указать свои музыкальные предпочтения После можно будет пользоваться функционалом сайта</vt:lpstr>
      <vt:lpstr>● Подборка новой музыки  ● Создание плейлистов, открытых и приватных ● Поиск других пользователей и добавление их в друзья</vt:lpstr>
      <vt:lpstr>Схема приложения</vt:lpstr>
      <vt:lpstr>База данных</vt:lpstr>
      <vt:lpstr>Технологии при разработке</vt:lpstr>
      <vt:lpstr>Варианты улучшения/развития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Melodist</dc:title>
  <dc:creator>2107 WSB</dc:creator>
  <cp:lastModifiedBy>2107 WSB</cp:lastModifiedBy>
  <cp:revision>13</cp:revision>
  <dcterms:created xsi:type="dcterms:W3CDTF">2026-05-15T18:51:01Z</dcterms:created>
  <dcterms:modified xsi:type="dcterms:W3CDTF">2026-05-15T22:59:19Z</dcterms:modified>
</cp:coreProperties>
</file>